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exandria Bold" charset="1" panose="00000000000000000000"/>
      <p:regular r:id="rId13"/>
    </p:embeddedFont>
    <p:embeddedFont>
      <p:font typeface="Gare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https://cs23students.github.io/multimedia-animation/index.html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93564" y="2802295"/>
            <a:ext cx="12951349" cy="214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b="true" sz="620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WORKING WITH WEB/MOBILE AUTHORING TOOLS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65051" y="6958357"/>
            <a:ext cx="4626374" cy="312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</a:t>
            </a:r>
          </a:p>
          <a:p>
            <a:pPr algn="l">
              <a:lnSpc>
                <a:spcPts val="4156"/>
              </a:lnSpc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Sudharsan A</a:t>
            </a:r>
          </a:p>
          <a:p>
            <a:pPr algn="l">
              <a:lnSpc>
                <a:spcPts val="4156"/>
              </a:lnSpc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Arsath Noordeen A</a:t>
            </a:r>
          </a:p>
          <a:p>
            <a:pPr algn="l">
              <a:lnSpc>
                <a:spcPts val="4156"/>
              </a:lnSpc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Rahul V</a:t>
            </a:r>
          </a:p>
          <a:p>
            <a:pPr algn="l">
              <a:lnSpc>
                <a:spcPts val="4156"/>
              </a:lnSpc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Kannan S P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Absal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92714" y="5446356"/>
            <a:ext cx="4702572" cy="705137"/>
            <a:chOff x="0" y="0"/>
            <a:chExt cx="1238538" cy="185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537" cy="185715"/>
            </a:xfrm>
            <a:custGeom>
              <a:avLst/>
              <a:gdLst/>
              <a:ahLst/>
              <a:cxnLst/>
              <a:rect r="r" b="b" t="t" l="l"/>
              <a:pathLst>
                <a:path h="185715" w="1238537">
                  <a:moveTo>
                    <a:pt x="92858" y="0"/>
                  </a:moveTo>
                  <a:lnTo>
                    <a:pt x="1145680" y="0"/>
                  </a:lnTo>
                  <a:cubicBezTo>
                    <a:pt x="1196964" y="0"/>
                    <a:pt x="1238537" y="41574"/>
                    <a:pt x="1238537" y="92858"/>
                  </a:cubicBezTo>
                  <a:lnTo>
                    <a:pt x="1238537" y="92858"/>
                  </a:lnTo>
                  <a:cubicBezTo>
                    <a:pt x="1238537" y="117485"/>
                    <a:pt x="1228754" y="141104"/>
                    <a:pt x="1211340" y="158518"/>
                  </a:cubicBezTo>
                  <a:cubicBezTo>
                    <a:pt x="1193926" y="175932"/>
                    <a:pt x="1170307" y="185715"/>
                    <a:pt x="1145680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8538" cy="22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991338" y="5471186"/>
            <a:ext cx="4305324" cy="52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6"/>
              </a:lnSpc>
              <a:spcBef>
                <a:spcPct val="0"/>
              </a:spcBef>
            </a:pPr>
            <a:r>
              <a:rPr lang="en-US" sz="3068" u="sng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  <a:hlinkClick r:id="rId8" tooltip="https://cs23students.github.io/multimedia-animation/index.html"/>
              </a:rPr>
              <a:t>cinecraftz.com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11079"/>
            <a:ext cx="11801823" cy="428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926" indent="-374463" lvl="1">
              <a:lnSpc>
                <a:spcPts val="5758"/>
              </a:lnSpc>
              <a:buFont typeface="Arial"/>
              <a:buChar char="•"/>
            </a:pPr>
            <a:r>
              <a:rPr lang="en-US" sz="3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WYSIWYG HTML editor for designing web pages without deep coding.</a:t>
            </a:r>
          </a:p>
          <a:p>
            <a:pPr algn="l" marL="748926" indent="-374463" lvl="1">
              <a:lnSpc>
                <a:spcPts val="5758"/>
              </a:lnSpc>
              <a:buFont typeface="Arial"/>
              <a:buChar char="•"/>
            </a:pPr>
            <a:r>
              <a:rPr lang="en-US" sz="3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Allows drag-and-drop layout creation, text editing, and image placement.</a:t>
            </a:r>
          </a:p>
          <a:p>
            <a:pPr algn="l" marL="748926" indent="-374463" lvl="1">
              <a:lnSpc>
                <a:spcPts val="5758"/>
              </a:lnSpc>
              <a:buFont typeface="Arial"/>
              <a:buChar char="•"/>
            </a:pPr>
            <a:r>
              <a:rPr lang="en-US" sz="3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Supports CSS styling and multiple page linking.</a:t>
            </a:r>
          </a:p>
          <a:p>
            <a:pPr algn="l">
              <a:lnSpc>
                <a:spcPts val="575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760298" y="3053954"/>
            <a:ext cx="2453958" cy="2453958"/>
          </a:xfrm>
          <a:custGeom>
            <a:avLst/>
            <a:gdLst/>
            <a:ahLst/>
            <a:cxnLst/>
            <a:rect r="r" b="b" t="t" l="l"/>
            <a:pathLst>
              <a:path h="2453958" w="2453958">
                <a:moveTo>
                  <a:pt x="0" y="0"/>
                </a:moveTo>
                <a:lnTo>
                  <a:pt x="2453958" y="0"/>
                </a:lnTo>
                <a:lnTo>
                  <a:pt x="2453958" y="2453958"/>
                </a:lnTo>
                <a:lnTo>
                  <a:pt x="0" y="2453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8626" y="1809081"/>
            <a:ext cx="7282586" cy="72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3"/>
              </a:lnSpc>
            </a:pPr>
            <a:r>
              <a:rPr lang="en-US" b="true" sz="423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TOOL USED – KOMPOZER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52541" y="572272"/>
            <a:ext cx="15782918" cy="8305760"/>
          </a:xfrm>
          <a:custGeom>
            <a:avLst/>
            <a:gdLst/>
            <a:ahLst/>
            <a:cxnLst/>
            <a:rect r="r" b="b" t="t" l="l"/>
            <a:pathLst>
              <a:path h="8305760" w="15782918">
                <a:moveTo>
                  <a:pt x="0" y="0"/>
                </a:moveTo>
                <a:lnTo>
                  <a:pt x="15782918" y="0"/>
                </a:lnTo>
                <a:lnTo>
                  <a:pt x="15782918" y="8305760"/>
                </a:lnTo>
                <a:lnTo>
                  <a:pt x="0" y="8305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3160" y="2593959"/>
            <a:ext cx="13095029" cy="418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109" indent="-365555" lvl="1">
              <a:lnSpc>
                <a:spcPts val="5621"/>
              </a:lnSpc>
              <a:buFont typeface="Arial"/>
              <a:buChar char="•"/>
            </a:pPr>
            <a:r>
              <a:rPr lang="en-US" sz="338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Created 4 main pages: Home, About, Services, Contact</a:t>
            </a:r>
          </a:p>
          <a:p>
            <a:pPr algn="l" marL="731109" indent="-365555" lvl="1">
              <a:lnSpc>
                <a:spcPts val="5621"/>
              </a:lnSpc>
              <a:buFont typeface="Arial"/>
              <a:buChar char="•"/>
            </a:pPr>
            <a:r>
              <a:rPr lang="en-US" sz="338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Added images, banners, buttons, and forms</a:t>
            </a:r>
          </a:p>
          <a:p>
            <a:pPr algn="l" marL="731109" indent="-365555" lvl="1">
              <a:lnSpc>
                <a:spcPts val="5621"/>
              </a:lnSpc>
              <a:buFont typeface="Arial"/>
              <a:buChar char="•"/>
            </a:pPr>
            <a:r>
              <a:rPr lang="en-US" sz="338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Designed responsive layout for desktop and mobile</a:t>
            </a:r>
          </a:p>
          <a:p>
            <a:pPr algn="l" marL="731109" indent="-365555" lvl="1">
              <a:lnSpc>
                <a:spcPts val="5621"/>
              </a:lnSpc>
              <a:buFont typeface="Arial"/>
              <a:buChar char="•"/>
            </a:pPr>
            <a:r>
              <a:rPr lang="en-US" sz="338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Implemented navigation menus and hyperlinks between pages</a:t>
            </a:r>
          </a:p>
          <a:p>
            <a:pPr algn="l">
              <a:lnSpc>
                <a:spcPts val="562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61653" y="7059788"/>
            <a:ext cx="16964694" cy="839384"/>
          </a:xfrm>
          <a:custGeom>
            <a:avLst/>
            <a:gdLst/>
            <a:ahLst/>
            <a:cxnLst/>
            <a:rect r="r" b="b" t="t" l="l"/>
            <a:pathLst>
              <a:path h="839384" w="16964694">
                <a:moveTo>
                  <a:pt x="0" y="0"/>
                </a:moveTo>
                <a:lnTo>
                  <a:pt x="16964694" y="0"/>
                </a:lnTo>
                <a:lnTo>
                  <a:pt x="16964694" y="839384"/>
                </a:lnTo>
                <a:lnTo>
                  <a:pt x="0" y="839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4969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3160" y="1417447"/>
            <a:ext cx="9205169" cy="72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</a:pPr>
            <a:r>
              <a:rPr lang="en-US" b="true" sz="423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WE DID IN KOMPOZER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92631" y="1379676"/>
            <a:ext cx="7658738" cy="72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7"/>
              </a:lnSpc>
            </a:pPr>
            <a:r>
              <a:rPr lang="en-US" b="true" sz="426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ABOUT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6029" y="2493160"/>
            <a:ext cx="12633629" cy="407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creative website offering Web Design, Animation, Audio &amp; Video Editing services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Engaging Home page with hero banner &amp; search bar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About Us page with team showcase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Services page highlighting detailed service cards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Contact page with form for user messages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156815" y="1455876"/>
            <a:ext cx="3102485" cy="6303201"/>
          </a:xfrm>
          <a:custGeom>
            <a:avLst/>
            <a:gdLst/>
            <a:ahLst/>
            <a:cxnLst/>
            <a:rect r="r" b="b" t="t" l="l"/>
            <a:pathLst>
              <a:path h="6303201" w="3102485">
                <a:moveTo>
                  <a:pt x="0" y="0"/>
                </a:moveTo>
                <a:lnTo>
                  <a:pt x="3102485" y="0"/>
                </a:lnTo>
                <a:lnTo>
                  <a:pt x="3102485" y="6303202"/>
                </a:lnTo>
                <a:lnTo>
                  <a:pt x="0" y="6303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2429" y="2180758"/>
            <a:ext cx="9240400" cy="544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Fully designed in KompoZer using WYSIWYG interface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Responsive design for all devices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User-friendly navigation with links &amp; buttons</a:t>
            </a:r>
          </a:p>
          <a:p>
            <a:pPr algn="l" marL="705747" indent="-352873" lvl="1">
              <a:lnSpc>
                <a:spcPts val="542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Attractive UI with banners, cards, and team section</a:t>
            </a:r>
          </a:p>
          <a:p>
            <a:pPr algn="l">
              <a:lnSpc>
                <a:spcPts val="542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282668" y="1957965"/>
            <a:ext cx="8755448" cy="5023438"/>
          </a:xfrm>
          <a:custGeom>
            <a:avLst/>
            <a:gdLst/>
            <a:ahLst/>
            <a:cxnLst/>
            <a:rect r="r" b="b" t="t" l="l"/>
            <a:pathLst>
              <a:path h="5023438" w="8755448">
                <a:moveTo>
                  <a:pt x="0" y="0"/>
                </a:moveTo>
                <a:lnTo>
                  <a:pt x="8755448" y="0"/>
                </a:lnTo>
                <a:lnTo>
                  <a:pt x="8755448" y="5023439"/>
                </a:lnTo>
                <a:lnTo>
                  <a:pt x="0" y="502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43284" y="1237748"/>
            <a:ext cx="5265912" cy="72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7"/>
              </a:lnSpc>
            </a:pPr>
            <a:r>
              <a:rPr lang="en-US" b="true" sz="426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78687" y="3411563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DAGya_0czvE</dc:identifier>
  <dcterms:modified xsi:type="dcterms:W3CDTF">2011-08-01T06:04:30Z</dcterms:modified>
  <cp:revision>1</cp:revision>
  <dc:title>PRESENTATION</dc:title>
</cp:coreProperties>
</file>