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erif Display" charset="1" panose="00000000000000000000"/>
      <p:regular r:id="rId12"/>
    </p:embeddedFont>
    <p:embeddedFont>
      <p:font typeface="Open Sauce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https://www.youtube.com/watch?v=s5QCDevlUqk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https://www.youtube.com/watch?v=NQ8M2KiXSGI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20374" y="4347029"/>
            <a:ext cx="3647253" cy="3647253"/>
          </a:xfrm>
          <a:custGeom>
            <a:avLst/>
            <a:gdLst/>
            <a:ahLst/>
            <a:cxnLst/>
            <a:rect r="r" b="b" t="t" l="l"/>
            <a:pathLst>
              <a:path h="3647253" w="3647253">
                <a:moveTo>
                  <a:pt x="0" y="0"/>
                </a:moveTo>
                <a:lnTo>
                  <a:pt x="3647252" y="0"/>
                </a:lnTo>
                <a:lnTo>
                  <a:pt x="3647252" y="3647253"/>
                </a:lnTo>
                <a:lnTo>
                  <a:pt x="0" y="3647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5814" y="1110925"/>
            <a:ext cx="9316373" cy="261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2"/>
              </a:lnSpc>
            </a:pPr>
            <a:r>
              <a:rPr lang="en-US" sz="750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Working w</a:t>
            </a:r>
            <a:r>
              <a:rPr lang="en-US" sz="750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ith Audio Editing tools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02186" y="6454775"/>
            <a:ext cx="3974042" cy="383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Done By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Arsath Noordeen  A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Sudharsan A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Rahul V</a:t>
            </a:r>
          </a:p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Kannan S P</a:t>
            </a:r>
          </a:p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Absan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8116252"/>
            <a:ext cx="3450476" cy="38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pc="22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AUDACITY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708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6522" y="3260024"/>
            <a:ext cx="7605581" cy="4295840"/>
          </a:xfrm>
          <a:custGeom>
            <a:avLst/>
            <a:gdLst/>
            <a:ahLst/>
            <a:cxnLst/>
            <a:rect r="r" b="b" t="t" l="l"/>
            <a:pathLst>
              <a:path h="4295840" w="7605581">
                <a:moveTo>
                  <a:pt x="0" y="0"/>
                </a:moveTo>
                <a:lnTo>
                  <a:pt x="7605581" y="0"/>
                </a:lnTo>
                <a:lnTo>
                  <a:pt x="7605581" y="4295840"/>
                </a:lnTo>
                <a:lnTo>
                  <a:pt x="0" y="4295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016" r="0" b="-1676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58671" y="3233703"/>
            <a:ext cx="9374708" cy="2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ck: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StayLoo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– Go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oing</a:t>
            </a:r>
          </a:p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ur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n: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1:47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tri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mme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Short and clear for remix demonstration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62010"/>
            <a:ext cx="528594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Base Track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58671" y="5608041"/>
            <a:ext cx="9374708" cy="6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youtube.com/watch?v=s5QCDevlUqk"/>
              </a:rPr>
              <a:t>Song 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708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69282" y="2891015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36161" y="2972713"/>
            <a:ext cx="9374708" cy="366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ck: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Avicii – 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Wake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Me Up</a:t>
            </a:r>
          </a:p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</a:t>
            </a: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rpose: Add energy, rhythm, and contrast</a:t>
            </a:r>
          </a:p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Style: EDM / Upbeat</a:t>
            </a:r>
          </a:p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Matches tempo and complements the base track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62010"/>
            <a:ext cx="708674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Added Instrumental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36161" y="6648405"/>
            <a:ext cx="9374708" cy="6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5919"/>
              </a:lnSpc>
              <a:buFont typeface="Arial"/>
              <a:buChar char="•"/>
            </a:pPr>
            <a:r>
              <a:rPr lang="en-US" sz="3199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  <a:hlinkClick r:id="rId4" tooltip="https://www.youtube.com/watch?v=NQ8M2KiXSGI"/>
              </a:rPr>
              <a:t>Song Link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685038" y="652949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85038" y="713851"/>
            <a:ext cx="72668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Editing Techniques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038" y="1908230"/>
            <a:ext cx="15301298" cy="699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560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Bass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&amp; Treble adjustments: Improve tonal 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balance.</a:t>
            </a:r>
          </a:p>
          <a:p>
            <a:pPr algn="l" marL="712467" indent="-356233" lvl="1">
              <a:lnSpc>
                <a:spcPts val="5609"/>
              </a:lnSpc>
              <a:buFont typeface="Arial"/>
              <a:buChar char="•"/>
            </a:pP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e-in /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e-out: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Smo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 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rack trans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itions.</a:t>
            </a:r>
          </a:p>
          <a:p>
            <a:pPr algn="l" marL="690877" indent="-345439" lvl="1">
              <a:lnSpc>
                <a:spcPts val="5439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Crossfade: Seamless blending of tracks.</a:t>
            </a:r>
          </a:p>
          <a:p>
            <a:pPr algn="l" marL="712467" indent="-356233" lvl="1">
              <a:lnSpc>
                <a:spcPts val="5609"/>
              </a:lnSpc>
              <a:buFont typeface="Arial"/>
              <a:buChar char="•"/>
            </a:pP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Reverb / Echo effects: Add depth and spaciousness.</a:t>
            </a:r>
          </a:p>
          <a:p>
            <a:pPr algn="l" marL="712467" indent="-356233" lvl="1">
              <a:lnSpc>
                <a:spcPts val="5609"/>
              </a:lnSpc>
              <a:buFont typeface="Arial"/>
              <a:buChar char="•"/>
            </a:pP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Tempo alignment (Change Tempo): 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Syn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hr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ize beat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between t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cks.</a:t>
            </a:r>
          </a:p>
          <a:p>
            <a:pPr algn="l" marL="712467" indent="-356233" lvl="1">
              <a:lnSpc>
                <a:spcPts val="5609"/>
              </a:lnSpc>
              <a:buFont typeface="Arial"/>
              <a:buChar char="•"/>
            </a:pP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 effects: 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Reverse sm</a:t>
            </a: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all segments, low-pass filter for dynamic drops.</a:t>
            </a:r>
          </a:p>
          <a:p>
            <a:pPr algn="l" marL="712467" indent="-356233" lvl="1">
              <a:lnSpc>
                <a:spcPts val="5609"/>
              </a:lnSpc>
              <a:buFont typeface="Arial"/>
              <a:buChar char="•"/>
            </a:pP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Remix Creation: Layer base track with instrumental, adjust volumes, add effects → new remix version</a:t>
            </a:r>
          </a:p>
          <a:p>
            <a:pPr algn="l" marL="712467" indent="-356233" lvl="1">
              <a:lnSpc>
                <a:spcPts val="5609"/>
              </a:lnSpc>
              <a:buFont typeface="Arial"/>
              <a:buChar char="•"/>
            </a:pPr>
            <a:r>
              <a:rPr lang="en-US" sz="32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Finally save and export the edited audio file.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369" y="24879"/>
            <a:ext cx="17455262" cy="9273108"/>
          </a:xfrm>
          <a:custGeom>
            <a:avLst/>
            <a:gdLst/>
            <a:ahLst/>
            <a:cxnLst/>
            <a:rect r="r" b="b" t="t" l="l"/>
            <a:pathLst>
              <a:path h="9273108" w="17455262">
                <a:moveTo>
                  <a:pt x="0" y="0"/>
                </a:moveTo>
                <a:lnTo>
                  <a:pt x="17455262" y="0"/>
                </a:lnTo>
                <a:lnTo>
                  <a:pt x="17455262" y="9273109"/>
                </a:lnTo>
                <a:lnTo>
                  <a:pt x="0" y="9273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84" y="9349105"/>
            <a:ext cx="495283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DAGwcKd4MrQ</dc:identifier>
  <dcterms:modified xsi:type="dcterms:W3CDTF">2011-08-01T06:04:30Z</dcterms:modified>
  <cp:revision>1</cp:revision>
  <dc:title>Pitch Deck</dc:title>
</cp:coreProperties>
</file>